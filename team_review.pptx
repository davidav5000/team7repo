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ACB621-0D06-4155-B42C-C01728FB47A3}">
  <a:tblStyle styleId="{3EACB621-0D06-4155-B42C-C01728FB4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6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bin Wamsley" userId="b2e2ab5d7f51200e" providerId="LiveId" clId="{EECB8813-B7DA-47D8-9BD5-DA9F838D269A}"/>
    <pc:docChg chg="undo custSel modSld">
      <pc:chgData name="Corbin Wamsley" userId="b2e2ab5d7f51200e" providerId="LiveId" clId="{EECB8813-B7DA-47D8-9BD5-DA9F838D269A}" dt="2026-10-14T16:28:00.499" v="1065" actId="20577"/>
      <pc:docMkLst>
        <pc:docMk/>
      </pc:docMkLst>
      <pc:sldChg chg="modSp mod">
        <pc:chgData name="Corbin Wamsley" userId="b2e2ab5d7f51200e" providerId="LiveId" clId="{EECB8813-B7DA-47D8-9BD5-DA9F838D269A}" dt="2026-10-14T16:28:00.499" v="1065" actId="20577"/>
        <pc:sldMkLst>
          <pc:docMk/>
          <pc:sldMk cId="0" sldId="256"/>
        </pc:sldMkLst>
        <pc:graphicFrameChg chg="modGraphic">
          <ac:chgData name="Corbin Wamsley" userId="b2e2ab5d7f51200e" providerId="LiveId" clId="{EECB8813-B7DA-47D8-9BD5-DA9F838D269A}" dt="2026-10-14T16:28:00.499" v="1065" actId="20577"/>
          <ac:graphicFrameMkLst>
            <pc:docMk/>
            <pc:sldMk cId="0" sldId="256"/>
            <ac:graphicFrameMk id="5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d033b6e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d033b6e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Review Meeting</a:t>
            </a:r>
            <a:endParaRPr/>
          </a:p>
        </p:txBody>
      </p:sp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3875278843"/>
              </p:ext>
            </p:extLst>
          </p:nvPr>
        </p:nvGraphicFramePr>
        <p:xfrm>
          <a:off x="453482" y="1249375"/>
          <a:ext cx="8162694" cy="3474660"/>
        </p:xfrm>
        <a:graphic>
          <a:graphicData uri="http://schemas.openxmlformats.org/drawingml/2006/table">
            <a:tbl>
              <a:tblPr>
                <a:noFill/>
                <a:tableStyleId>{3EACB621-0D06-4155-B42C-C01728FB47A3}</a:tableStyleId>
              </a:tblPr>
              <a:tblGrid>
                <a:gridCol w="408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Overview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Sprint: 2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Team #: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Team Members: Corbin, Ryan, David, Jay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Software Title: Campus Meet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Language/Framework/Library: Node.js + Express + postreSQL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Accomplishments this Sprint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u="sng" dirty="0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Finished activity post routes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Finished MVP and backend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Finished Authentication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Fixed CRUD </a:t>
                      </a:r>
                      <a:r>
                        <a:rPr lang="en-US" sz="1200"/>
                        <a:t>api</a:t>
                      </a:r>
                      <a:endParaRPr lang="en-US"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>
                          <a:solidFill>
                            <a:schemeClr val="dk1"/>
                          </a:solidFill>
                        </a:rPr>
                        <a:t>Current Issues</a:t>
                      </a:r>
                      <a:endParaRPr sz="1200" b="1" u="sng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sng" dirty="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</a:rPr>
                        <a:t>Finishing the commenting routes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</a:rPr>
                        <a:t>Finishing up </a:t>
                      </a:r>
                      <a:r>
                        <a:rPr lang="en-US" sz="1200" dirty="0" err="1">
                          <a:solidFill>
                            <a:schemeClr val="dk1"/>
                          </a:solidFill>
                        </a:rPr>
                        <a:t>api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</a:rPr>
                        <a:t> calls for Google Maps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</a:rPr>
                        <a:t>Finishing UI and frontend</a:t>
                      </a:r>
                      <a:endParaRPr lang="en" sz="1200" dirty="0">
                        <a:solidFill>
                          <a:schemeClr val="dk1"/>
                        </a:solidFill>
                      </a:endParaRP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None/>
                      </a:pPr>
                      <a:endParaRPr lang="en" sz="1200" dirty="0">
                        <a:solidFill>
                          <a:schemeClr val="dk1"/>
                        </a:solidFill>
                      </a:endParaRP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None/>
                      </a:pP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Plan for Next Sprint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u="sng" dirty="0"/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Filter activities from the feed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Update activity UI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 sz="1200" dirty="0"/>
                        <a:t>Finish commenting routes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85</Words>
  <Application>Microsoft Office PowerPoint</Application>
  <PresentationFormat>On-screen Show 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Team Review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Review Meeting</dc:title>
  <cp:lastModifiedBy>Corbin Wamsley</cp:lastModifiedBy>
  <cp:revision>2</cp:revision>
  <dcterms:modified xsi:type="dcterms:W3CDTF">2026-10-14T16:28:05Z</dcterms:modified>
</cp:coreProperties>
</file>