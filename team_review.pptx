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EACB621-0D06-4155-B42C-C01728FB47A3}">
  <a:tblStyle styleId="{3EACB621-0D06-4155-B42C-C01728FB47A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326" y="4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Wamsley" userId="b2e2ab5d7f51200e" providerId="LiveId" clId="{EECB8813-B7DA-47D8-9BD5-DA9F838D269A}"/>
    <pc:docChg chg="undo custSel modSld">
      <pc:chgData name="Corbin Wamsley" userId="b2e2ab5d7f51200e" providerId="LiveId" clId="{EECB8813-B7DA-47D8-9BD5-DA9F838D269A}" dt="2026-10-26T17:11:19.206" v="1413" actId="20577"/>
      <pc:docMkLst>
        <pc:docMk/>
      </pc:docMkLst>
      <pc:sldChg chg="modSp mod">
        <pc:chgData name="Corbin Wamsley" userId="b2e2ab5d7f51200e" providerId="LiveId" clId="{EECB8813-B7DA-47D8-9BD5-DA9F838D269A}" dt="2026-10-26T17:11:19.206" v="1413" actId="20577"/>
        <pc:sldMkLst>
          <pc:docMk/>
          <pc:sldMk cId="0" sldId="256"/>
        </pc:sldMkLst>
        <pc:graphicFrameChg chg="modGraphic">
          <ac:chgData name="Corbin Wamsley" userId="b2e2ab5d7f51200e" providerId="LiveId" clId="{EECB8813-B7DA-47D8-9BD5-DA9F838D269A}" dt="2026-10-26T17:11:19.206" v="1413" actId="20577"/>
          <ac:graphicFrameMkLst>
            <pc:docMk/>
            <pc:sldMk cId="0" sldId="256"/>
            <ac:graphicFrameMk id="5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cd033b6e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cd033b6e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Review Meeting</a:t>
            </a:r>
            <a:endParaRPr/>
          </a:p>
        </p:txBody>
      </p:sp>
      <p:graphicFrame>
        <p:nvGraphicFramePr>
          <p:cNvPr id="55" name="Google Shape;55;p13"/>
          <p:cNvGraphicFramePr/>
          <p:nvPr>
            <p:extLst>
              <p:ext uri="{D42A27DB-BD31-4B8C-83A1-F6EECF244321}">
                <p14:modId xmlns:p14="http://schemas.microsoft.com/office/powerpoint/2010/main" val="716460206"/>
              </p:ext>
            </p:extLst>
          </p:nvPr>
        </p:nvGraphicFramePr>
        <p:xfrm>
          <a:off x="453482" y="1249375"/>
          <a:ext cx="8162694" cy="3291780"/>
        </p:xfrm>
        <a:graphic>
          <a:graphicData uri="http://schemas.openxmlformats.org/drawingml/2006/table">
            <a:tbl>
              <a:tblPr>
                <a:noFill/>
                <a:tableStyleId>{3EACB621-0D06-4155-B42C-C01728FB47A3}</a:tableStyleId>
              </a:tblPr>
              <a:tblGrid>
                <a:gridCol w="408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1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Overview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Sprint: 3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#: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Members: Corbin, Ryan, David, Jay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Software Title: Campus Meet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Language/Framework/Library: Node.js + Express + postreSQL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Accomplishments this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Search and filter functionality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Comment functionality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Profile picture implementation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Frontend work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>
                          <a:solidFill>
                            <a:schemeClr val="dk1"/>
                          </a:solidFill>
                        </a:rPr>
                        <a:t>Current Issues</a:t>
                      </a:r>
                      <a:endParaRPr sz="1200" b="1" u="sng" dirty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sng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Finishing UI and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Implement frontend maps API</a:t>
                      </a: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Plan for Next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Finish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Google maps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/>
                        <a:t>Branding</a:t>
                      </a:r>
                      <a:endParaRPr lang="en-US" sz="12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71</Words>
  <Application>Microsoft Office PowerPoint</Application>
  <PresentationFormat>On-screen Show (16:9)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Team Review Meeting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Review Meeting</dc:title>
  <cp:lastModifiedBy>Corbin Wamsley</cp:lastModifiedBy>
  <cp:revision>2</cp:revision>
  <dcterms:modified xsi:type="dcterms:W3CDTF">2026-10-26T17:11:26Z</dcterms:modified>
</cp:coreProperties>
</file>